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solved the quantum harmonic oscillator numerically and checked every result against the exact textbook solution. The whole pipeline runs in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harmonic oscillator is one of the few potentials with a closed-form solution, which makes it a good benchmark for a numerical solver.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Replacing the second derivative with a three-point stencil turns the Hamiltonian into a symmetric tridiagonal matrix. LAPACK finds its lowest eigenpairs in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eigenstate is drawn at the height of its energy inside the parabola. The dotted overlay is the exact Hermite function, and it lies on top of the numerical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12 energies match n + ½ to within 8.3e-04. The error falls by about 4× each time the grid spacing halves, which is the signature of a second-order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is the source of truth. The build step bakes the solution into a single HTML file that opens directly in a browser with no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30-line solver reproduces the textbook oscillator to about 1e-3, and the error behaves exactly as the theory of the method predicts. The limitations below are known and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HACKATHON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0B0B"/>
                </a:solidFill>
                <a:latin typeface="Inter"/>
              </a:rPr>
              <a:t>Quantum Harmonic Oscillator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52514E"/>
                </a:solidFill>
                <a:latin typeface="Inter"/>
              </a:rPr>
              <a:t>solved numerically, checked exactly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4480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2514E"/>
                </a:solidFill>
                <a:latin typeface="Inter"/>
              </a:rPr>
              <a:t>Turn the Schrödinger equation into a matrix, diagonalise it, and show that the eigenvalues land on ℏω(n + ½), in a visual you can explore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A8984"/>
                </a:solidFill>
                <a:latin typeface="JetBrains Mono"/>
              </a:rPr>
              <a:t>python -m qho.build  →  demo/index.html</a:t>
            </a:r>
          </a:p>
        </p:txBody>
      </p:sp>
      <p:pic>
        <p:nvPicPr>
          <p:cNvPr id="7" name="Picture 6" descr="crop-her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822960"/>
            <a:ext cx="6263640" cy="4934989"/>
          </a:xfrm>
          <a:prstGeom prst="rect">
            <a:avLst/>
          </a:prstGeom>
          <a:ln w="12700">
            <a:solidFill>
              <a:srgbClr val="E3E2DC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Schrödinger equation with a harmonic potential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40080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0B0B0B"/>
                </a:solidFill>
                <a:latin typeface="JetBrains Mono"/>
              </a:rPr>
              <a:t>−(ℏ²/2m) ψ″(x) + ½ mω² x² ψ(x) = E ψ(x)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0">
                <a:solidFill>
                  <a:srgbClr val="52514E"/>
                </a:solidFill>
                <a:latin typeface="Inter"/>
              </a:rPr>
              <a:t>time-independent Schrödinger equation, V(x) = ½ mω² x²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0B0B"/>
                </a:solidFill>
                <a:latin typeface="Inter"/>
              </a:rPr>
              <a:t>Exact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0B0B0B"/>
                </a:solidFill>
                <a:latin typeface="JetBrains Mono"/>
              </a:rPr>
              <a:t>E_n = ℏω (n + ½)</a:t>
            </a:r>
            <a:r>
              <a:rPr sz="1600" b="0">
                <a:solidFill>
                  <a:srgbClr val="52514E"/>
                </a:solidFill>
                <a:latin typeface="Inter"/>
              </a:rPr>
              <a:t>      n = 0, 1, 2, …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800" b="0">
                <a:solidFill>
                  <a:srgbClr val="0B0B0B"/>
                </a:solidFill>
                <a:latin typeface="JetBrains Mono"/>
              </a:rPr>
              <a:t>ψ_n(ξ) ∝ H_n(ξ) e^(−ξ²/2),   ξ = x √(mω/ℏ)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0B0B"/>
                </a:solidFill>
                <a:latin typeface="Inter"/>
              </a:rPr>
              <a:t>Natural units: </a:t>
            </a:r>
            <a:r>
              <a:rPr sz="1700" b="0">
                <a:solidFill>
                  <a:srgbClr val="52514E"/>
                </a:solidFill>
                <a:latin typeface="Inter"/>
              </a:rPr>
              <a:t>ℏ = m = ω = 1, so E_n = n + 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50876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737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What to look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Zero-point energy ½ℏω: the ground state never sits at the bottom of the well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Equally spaced levels, ΔE = ℏω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Parity (−1)ⁿ: even states are symmetric, odd states antisymmetric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State n has exactly n nodes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Tails leak past the classical turning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HOW IT'S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Numerical method: finite differences, then diagonalise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1 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01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x_i ∈ [−L, L], spacing h, hard walls (ψ = 0 at the edges)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B6834"/>
                </a:solidFill>
                <a:latin typeface="Inter"/>
              </a:rPr>
              <a:t>2  Stencil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ψ″(x_i) ≈ (ψ_{i−1} − 2ψ_i + ψ_{i+1}) / h²     error O(h²)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00984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83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3 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50215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H is tridiagonal: diagonal 1/h² + V(x_i), off-diagonal −1/(2h²)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51376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342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B6834"/>
                </a:solidFill>
                <a:latin typeface="Inter"/>
              </a:rPr>
              <a:t>4  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35254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scipy.linalg.eigh_tridiagonal: lowest k eigenpairs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01768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8464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5  Tidy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2029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normalise so Σ ψ² h = 1, then align each sign with the exact ψ_n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Inter"/>
              </a:rPr>
              <a:t>H  (N × N, symmetric)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148840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21624" y="214884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42248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62872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3496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04120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24744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256946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21624" y="2569464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42248" y="256946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62872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83496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104120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24744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1000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21624" y="2990088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42248" y="2990088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62872" y="2990088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83496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24744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21624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42248" y="3410712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62872" y="3410712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83496" y="3410712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04120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524744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21624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42248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62872" y="3831336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83496" y="3831336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04120" y="3831336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24744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01000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21624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2248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62872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83496" y="425196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04120" y="4251960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24744" y="425196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01000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21624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42248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262872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83496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104120" y="467258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24744" y="4672584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0" y="5276088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A78D6"/>
                </a:solidFill>
                <a:latin typeface="Inter"/>
              </a:rPr>
              <a:t>■ </a:t>
            </a:r>
            <a:r>
              <a:rPr sz="1300" b="0">
                <a:solidFill>
                  <a:srgbClr val="0B0B0B"/>
                </a:solidFill>
                <a:latin typeface="JetBrains Mono"/>
              </a:rPr>
              <a:t>1/h² + V(x_i)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B6834"/>
                </a:solidFill>
                <a:latin typeface="Inter"/>
              </a:rPr>
              <a:t>■ </a:t>
            </a:r>
            <a:r>
              <a:rPr sz="1300" b="0">
                <a:solidFill>
                  <a:srgbClr val="0B0B0B"/>
                </a:solidFill>
                <a:latin typeface="JetBrains Mono"/>
              </a:rPr>
              <a:t>−1/(2h²)</a:t>
            </a:r>
            <a:r>
              <a:rPr sz="1500" b="0">
                <a:solidFill>
                  <a:srgbClr val="0B0B0B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Inter"/>
              </a:rPr>
              <a:t>Demo: L = 12, N = 2401, h = 0.01, 12 states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VISUALISATION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The central picture: states sit at their energies</a:t>
            </a:r>
          </a:p>
        </p:txBody>
      </p:sp>
      <p:pic>
        <p:nvPicPr>
          <p:cNvPr id="4" name="Picture 3" descr="crop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390984" cy="5166360"/>
          </a:xfrm>
          <a:prstGeom prst="rect">
            <a:avLst/>
          </a:prstGeom>
          <a:ln w="12700">
            <a:solidFill>
              <a:srgbClr val="E3E2DC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6583680" y="1508760"/>
            <a:ext cx="73152" cy="960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508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Equal spacing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892807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Levels are ℏω apart and start at ½ℏω, not at zero.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788920"/>
            <a:ext cx="73152" cy="960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788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Parity by colour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17296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Blue states are even and orange states are odd. State n has n nodes.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4069079"/>
            <a:ext cx="73152" cy="96012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06907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Tunnelling 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53127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ψ extends past the classical turning points where E = V(x), marked by the ends of each level 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5349240"/>
            <a:ext cx="73152" cy="96012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5349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Exact overlay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73328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The dotted Hermite functions are indistinguishable from the finite-difference curves.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Numerical vs analytical: it checks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8.3e-04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max |E_num − E_exact|, 12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8e-08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3592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worst 1 − |⟨ψ_num|ψ_exact⟩|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7e-16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max |∫|ψ|² dx − 1|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6296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×4.01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6296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error drop per halving of h (ideal ×4)</a:t>
            </a:r>
          </a:p>
        </p:txBody>
      </p:sp>
      <p:pic>
        <p:nvPicPr>
          <p:cNvPr id="16" name="Picture 15" descr="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0"/>
            <a:ext cx="5248655" cy="3749039"/>
          </a:xfrm>
          <a:prstGeom prst="rect">
            <a:avLst/>
          </a:prstGeom>
        </p:spPr>
      </p:pic>
      <p:pic>
        <p:nvPicPr>
          <p:cNvPr id="17" name="Picture 16" descr="energy-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743200"/>
            <a:ext cx="3657600" cy="20900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2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984"/>
                </a:solidFill>
                <a:latin typeface="Inter"/>
              </a:rPr>
              <a:t>|ΔE| grows with n: finer detail needs a finer grid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2743200"/>
            <a:ext cx="1874519" cy="3749039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2880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Inter"/>
              </a:rPr>
              <a:t>13 pytest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291840"/>
            <a:ext cx="1600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ascending order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E ≈ n + ½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spacing = ℏω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normalisation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orthogonality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parity (−1)ⁿ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n nodes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exact ψ match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O(h²) convergence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small-box failure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build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Demo and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73152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82495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qho/solver.py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finite-difference Hamiltonian + eigh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73152" cy="914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25496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qho/analytic.py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E_n = n + ½, Hermite functions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031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103120"/>
            <a:ext cx="73152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3113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qho/build.py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06039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solve, compare, embed as 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0312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2103120"/>
            <a:ext cx="73152" cy="914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2311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demo/index.html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060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self-contained page, Plotly.js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40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73152" cy="91440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68496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tests/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pytest: physics and build checks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11880" y="2011680"/>
            <a:ext cx="685800" cy="45720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611880" y="2743200"/>
            <a:ext cx="685800" cy="41148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2560320"/>
            <a:ext cx="731520" cy="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611880" y="4297680"/>
            <a:ext cx="685800" cy="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8912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984"/>
                </a:solidFill>
                <a:latin typeface="Inter"/>
              </a:rPr>
              <a:t>verifies solver and 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29184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B0B0B"/>
                </a:solidFill>
                <a:latin typeface="Inter"/>
              </a:rPr>
              <a:t>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703320"/>
            <a:ext cx="35204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View: ψ or |ψ|²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EB6834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States shown (1–12) and selected 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ω slider (exact rescaling)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EB6834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Exact-solution overlay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Click, ↑/↓ keys, URL presets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166360"/>
            <a:ext cx="6720840" cy="1143000"/>
          </a:xfrm>
          <a:prstGeom prst="roundRect">
            <a:avLst>
              <a:gd name="adj" fmla="val 8000"/>
            </a:avLst>
          </a:prstGeom>
          <a:solidFill>
            <a:srgbClr val="1A1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3C2B7"/>
                </a:solidFill>
                <a:latin typeface="JetBrains Mono"/>
              </a:rPr>
              <a:t>$ pip install -r requirements.txt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  <a:latin typeface="JetBrains Mono"/>
              </a:rPr>
              <a:t>$ python -m qho.build &amp;&amp; open demo/index.html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C3C2B7"/>
                </a:solidFill>
                <a:latin typeface="JetBrains Mono"/>
              </a:rPr>
              <a:t>$ pytest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Takeaways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A78D6"/>
                </a:solidFill>
                <a:latin typeface="Inter"/>
              </a:rPr>
              <a:t>What we showed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Finite differences reproduce E_n = n + ½ to 8e-04 with 2401 points in ~16 ms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Wavefunctions match the Hermite functions (1 − fidelity &lt; 1e-7)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Second-order convergence is directly visible: ×4 per halving of h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One picture shows the potential, the quantised levels, ψ, |ψ|² and the exact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7548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EB6834"/>
                </a:solidFill>
                <a:latin typeface="Inter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488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2A78D6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Finite box with hard walls: high n needs a larger L (tested: a small box pushes the energies up)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EB6834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O(h²) error grows with n, so fine structure needs finer grids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2A78D6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1D, time-independent, harmonic potential only (the solver accepts any V(x), but only this one is validated)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EB6834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The ω slider rescales the ω = 1 solution. This is exact for this potential, but it is not a re-solve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